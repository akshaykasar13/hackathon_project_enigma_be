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100 - Slide 1/6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Merchant account management: onboarding, KYC verification, and settlement schedule configuration.</a:t>
            </a:r>
          </a:p>
          <a:p>
            <a:pPr lvl="1"/>
            <a:r>
              <a:t>Payment gateway requires secure token handling. Never store raw card numbers. Use payment tokens.</a:t>
            </a:r>
          </a:p>
          <a:p>
            <a:pPr lvl="1"/>
            <a:r>
              <a:t>Doc ID: PAY-100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100 - Slide 2/6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webhooks: event types, signature verification, retry policy, and idempotency handling.</a:t>
            </a:r>
          </a:p>
          <a:p>
            <a:pPr lvl="1"/>
            <a:r>
              <a:t>EU region mandates PSD2 and Strong Customer Authentication (SCA) for card payments.</a:t>
            </a:r>
          </a:p>
          <a:p>
            <a:pPr lvl="1"/>
            <a:r>
              <a:t>Doc ID: PAY-100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100 - Slide 3/6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reporting: transaction reports, revenue analytics, and regulatory reporting formats.</a:t>
            </a:r>
          </a:p>
          <a:p>
            <a:pPr lvl="1"/>
            <a:r>
              <a:t>Error 5003 indicates gateway timeout. Typical causes: network issues, gateway overload, DNS failure.</a:t>
            </a:r>
          </a:p>
          <a:p>
            <a:pPr lvl="1"/>
            <a:r>
              <a:t>Doc ID: PAY-100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100 - Slide 4/6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SLA and uptime: 99.9% target, incident response times, and status page communication.</a:t>
            </a:r>
          </a:p>
          <a:p>
            <a:pPr lvl="1"/>
            <a:r>
              <a:t>Connection pooling for payment DB: set max_connections=50, connection_timeout=30s.</a:t>
            </a:r>
          </a:p>
          <a:p>
            <a:pPr lvl="1"/>
            <a:r>
              <a:t>Doc ID: PAY-100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100 - Slide 5/6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 code 5003: Payment gateway connection timeout. Check network connectivity and gateway health.</a:t>
            </a:r>
          </a:p>
          <a:p>
            <a:pPr lvl="1"/>
            <a:r>
              <a:t>For INR to USD discrepancy: verify FX rate source, conversion timestamp, and rounding rules.</a:t>
            </a:r>
          </a:p>
          <a:p>
            <a:pPr lvl="1"/>
            <a:r>
              <a:t>Doc ID: PAY-100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100 - Slide 6/6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 code 4001: Invalid payment method. Verify card details and expiry. Support 3DS if required.</a:t>
            </a:r>
          </a:p>
          <a:p>
            <a:pPr lvl="1"/>
            <a:r>
              <a:t>Chargeback reason code 10.4: customer disputes transaction. Gather proof of delivery and authorization.</a:t>
            </a:r>
          </a:p>
          <a:p>
            <a:pPr lvl="1"/>
            <a:r>
              <a:t>Doc ID: PAY-100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