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86 -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API integration guidelines: REST endpoints, authentication, webhook callbacks, and error code handling.</a:t>
            </a:r>
          </a:p>
          <a:p>
            <a:pPr lvl="1"/>
            <a:r>
              <a:t>Settlement cycle: T+2 for cards, T+1 for bank transfer. Check processor-specific timelines.</a:t>
            </a:r>
          </a:p>
          <a:p>
            <a:pPr lvl="1"/>
            <a:r>
              <a:t>Doc ID: PAY-086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86 -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transaction security protocols: TLS 1.3, tokenization, encryption at rest and in transit.</a:t>
            </a:r>
          </a:p>
          <a:p>
            <a:pPr lvl="1"/>
            <a:r>
              <a:t>Payment reconciliation: match transaction ID, amount, currency. Flag mismatches for manual review.</a:t>
            </a:r>
          </a:p>
          <a:p>
            <a:pPr lvl="1"/>
            <a:r>
              <a:t>Doc ID: PAY-086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86 -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processing performance monitoring: latency metrics, throughput, success rates, and SLA thresholds.</a:t>
            </a:r>
          </a:p>
          <a:p>
            <a:pPr lvl="1"/>
            <a:r>
              <a:t>Merchant KYC: business registration, bank account verification, beneficial owner disclosure.</a:t>
            </a:r>
          </a:p>
          <a:p>
            <a:pPr lvl="1"/>
            <a:r>
              <a:t>Doc ID: PAY-086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86 -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database management: transaction logs, audit trails, backup procedures, and data retention policies.</a:t>
            </a:r>
          </a:p>
          <a:p>
            <a:pPr lvl="1"/>
            <a:r>
              <a:t>Subscription billing: prorate on upgrade/downgrade. Credit unused portion. Send invoice 7 days before charge.</a:t>
            </a:r>
          </a:p>
          <a:p>
            <a:pPr lvl="1"/>
            <a:r>
              <a:t>Doc ID: PAY-086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86 -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gateway configuration for EU region: PSD2 compliance, SCA requirements, and GDPR data handling.</a:t>
            </a:r>
          </a:p>
          <a:p>
            <a:pPr lvl="1"/>
            <a:r>
              <a:t>Multi-currency: store amount in minor units (cents). Display in major units. Use ISO 4217 codes.</a:t>
            </a:r>
          </a:p>
          <a:p>
            <a:pPr lvl="1"/>
            <a:r>
              <a:t>Doc ID: PAY-086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