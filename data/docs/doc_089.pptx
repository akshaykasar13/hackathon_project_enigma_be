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89 - Slide 1/6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database management: transaction logs, audit trails, backup procedures, and data retention policies.</a:t>
            </a:r>
          </a:p>
          <a:p>
            <a:pPr lvl="1"/>
            <a:r>
              <a:t>Audit log retention: 7 years for financial transactions. Immutable storage. Tamper-evident.</a:t>
            </a:r>
          </a:p>
          <a:p>
            <a:pPr lvl="1"/>
            <a:r>
              <a:t>Doc ID: PAY-089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89 - Slide 2/6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configuration for EU region: PSD2 compliance, SCA requirements, and GDPR data handling.</a:t>
            </a:r>
          </a:p>
          <a:p>
            <a:pPr lvl="1"/>
            <a:r>
              <a:t>Incident severity: P1 payment down, P2 degraded, P3 single merchant. P1 requires 15-min acknowledgment.</a:t>
            </a:r>
          </a:p>
          <a:p>
            <a:pPr lvl="1"/>
            <a:r>
              <a:t>Doc ID: PAY-089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89 - Slide 3/6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user authentication: 3DS2 flows, biometric verification, and risk-based authentication.</a:t>
            </a:r>
          </a:p>
          <a:p>
            <a:pPr lvl="1"/>
            <a:r>
              <a:t>Payment gateway requires secure token handling. Never store raw card numbers. Use payment tokens.</a:t>
            </a:r>
          </a:p>
          <a:p>
            <a:pPr lvl="1"/>
            <a:r>
              <a:t>Doc ID: PAY-089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89 - Slide 4/6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transaction logging: structured logs, trace IDs, and observability for incident investigation.</a:t>
            </a:r>
          </a:p>
          <a:p>
            <a:pPr lvl="1"/>
            <a:r>
              <a:t>EU region mandates PSD2 and Strong Customer Authentication (SCA) for card payments.</a:t>
            </a:r>
          </a:p>
          <a:p>
            <a:pPr lvl="1"/>
            <a:r>
              <a:t>Doc ID: PAY-089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89 - Slide 5/6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service deployment: blue-green releases, canary deployments, and rollback procedures.</a:t>
            </a:r>
          </a:p>
          <a:p>
            <a:pPr lvl="1"/>
            <a:r>
              <a:t>Error 5003 indicates gateway timeout. Typical causes: network issues, gateway overload, DNS failure.</a:t>
            </a:r>
          </a:p>
          <a:p>
            <a:pPr lvl="1"/>
            <a:r>
              <a:t>Doc ID: PAY-089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89 - Slide 6/6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Billing and invoicing: subscription management, proration, tax calculation, and invoice generation.</a:t>
            </a:r>
          </a:p>
          <a:p>
            <a:pPr lvl="1"/>
            <a:r>
              <a:t>Connection pooling for payment DB: set max_connections=50, connection_timeout=30s.</a:t>
            </a:r>
          </a:p>
          <a:p>
            <a:pPr lvl="1"/>
            <a:r>
              <a:t>Doc ID: PAY-089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