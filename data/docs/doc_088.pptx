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88 -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processing performance monitoring: latency metrics, throughput, success rates, and SLA thresholds.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PAY-088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88 -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database management: transaction logs, audit trails, backup procedures, and data retention policies.</a:t>
            </a:r>
          </a:p>
          <a:p>
            <a:pPr lvl="1"/>
            <a:r>
              <a:t>Fraud score &gt; 80: block transaction. Score 50-80: require 3DS. Score &lt; 50: auto-approve.</a:t>
            </a:r>
          </a:p>
          <a:p>
            <a:pPr lvl="1"/>
            <a:r>
              <a:t>Doc ID: PAY-088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88 -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configuration for EU region: PSD2 compliance, SCA requirements, and GDPR data handling.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PAY-088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88 -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user authentication: 3DS2 flows, biometric verification, and risk-based authentication.</a:t>
            </a:r>
          </a:p>
          <a:p>
            <a:pPr lvl="1"/>
            <a:r>
              <a:t>Incident severity: P1 payment down, P2 degraded, P3 single merchant. P1 requires 15-min acknowledgment.</a:t>
            </a:r>
          </a:p>
          <a:p>
            <a:pPr lvl="1"/>
            <a:r>
              <a:t>Doc ID: PAY-088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88 -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transaction logging: structured logs, trace IDs, and observability for incident investigation.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PAY-088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88 -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service deployment: blue-green releases, canary deployments, and rollback procedures.</a:t>
            </a:r>
          </a:p>
          <a:p>
            <a:pPr lvl="1"/>
            <a:r>
              <a:t>EU region mandates PSD2 and Strong Customer Authentication (SCA) for card payments.</a:t>
            </a:r>
          </a:p>
          <a:p>
            <a:pPr lvl="1"/>
            <a:r>
              <a:t>Doc ID: PAY-088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