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78 -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code 4002: Insufficient funds. Customer must use alternative payment method or add funds.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PAY-078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78 -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 payment failures: Verify PSD2 compliance, SCA completion, and issuer 3DS configuration.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PAY-078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78 -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Intermittent payment failures: Review gateway logs, check rate limits, verify certificate expiry.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PAY-078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78 -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mismatch: Ensure amount and currency code match. INR to USD conversion requires FX rates.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PAY-078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78 -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transaction prevention: Use idempotency keys. Check idempotency_key in request headers.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PAY-078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