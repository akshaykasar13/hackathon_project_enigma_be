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91 - Slide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user authentication: 3DS2 flows, biometric verification, and risk-based authentication.</a:t>
            </a:r>
          </a:p>
          <a:p>
            <a:pPr lvl="1"/>
            <a:r>
              <a:t>Error 5003 indicates gateway timeout. Typical causes: network issues, gateway overload, DNS failure.</a:t>
            </a:r>
          </a:p>
          <a:p>
            <a:pPr lvl="1"/>
            <a:r>
              <a:t>Doc ID: PAY-091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91 - Slide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transaction logging: structured logs, trace IDs, and observability for incident investigation.</a:t>
            </a:r>
          </a:p>
          <a:p>
            <a:pPr lvl="1"/>
            <a:r>
              <a:t>Connection pooling for payment DB: set max_connections=50, connection_timeout=30s.</a:t>
            </a:r>
          </a:p>
          <a:p>
            <a:pPr lvl="1"/>
            <a:r>
              <a:t>Doc ID: PAY-091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91 - Slide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service deployment: blue-green releases, canary deployments, and rollback procedures.</a:t>
            </a:r>
          </a:p>
          <a:p>
            <a:pPr lvl="1"/>
            <a:r>
              <a:t>For INR to USD discrepancy: verify FX rate source, conversion timestamp, and rounding rules.</a:t>
            </a:r>
          </a:p>
          <a:p>
            <a:pPr lvl="1"/>
            <a:r>
              <a:t>Doc ID: PAY-091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91 - Slide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Billing and invoicing: subscription management, proration, tax calculation, and invoice generation.</a:t>
            </a:r>
          </a:p>
          <a:p>
            <a:pPr lvl="1"/>
            <a:r>
              <a:t>Chargeback reason code 10.4: customer disputes transaction. Gather proof of delivery and authorization.</a:t>
            </a:r>
          </a:p>
          <a:p>
            <a:pPr lvl="1"/>
            <a:r>
              <a:t>Doc ID: PAY-091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91 - Slide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Refund and chargeback processing: initiation, status tracking, dispute resolution, and reason codes.</a:t>
            </a:r>
          </a:p>
          <a:p>
            <a:pPr lvl="1"/>
            <a:r>
              <a:t>Payment API rate limit: 100 requests/second. Use exponential backoff for 429 responses.</a:t>
            </a:r>
          </a:p>
          <a:p>
            <a:pPr lvl="1"/>
            <a:r>
              <a:t>Doc ID: PAY-091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