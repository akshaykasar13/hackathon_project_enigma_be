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99 - Slide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fraud detection: velocity checks, device fingerprinting, and ML-based risk scoring.</a:t>
            </a:r>
          </a:p>
          <a:p>
            <a:pPr lvl="1"/>
            <a:r>
              <a:t>Audit log retention: 7 years for financial transactions. Immutable storage. Tamper-evident.</a:t>
            </a:r>
          </a:p>
          <a:p>
            <a:pPr lvl="1"/>
            <a:r>
              <a:t>Doc ID: PAY-099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99 - Slide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Merchant account management: onboarding, KYC verification, and settlement schedule configuration.</a:t>
            </a:r>
          </a:p>
          <a:p>
            <a:pPr lvl="1"/>
            <a:r>
              <a:t>Incident severity: P1 payment down, P2 degraded, P3 single merchant. P1 requires 15-min acknowledgment.</a:t>
            </a:r>
          </a:p>
          <a:p>
            <a:pPr lvl="1"/>
            <a:r>
              <a:t>Doc ID: PAY-099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99 - Slide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webhooks: event types, signature verification, retry policy, and idempotency handling.</a:t>
            </a:r>
          </a:p>
          <a:p>
            <a:pPr lvl="1"/>
            <a:r>
              <a:t>Payment gateway requires secure token handling. Never store raw card numbers. Use payment tokens.</a:t>
            </a:r>
          </a:p>
          <a:p>
            <a:pPr lvl="1"/>
            <a:r>
              <a:t>Doc ID: PAY-099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99 - Slide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reporting: transaction reports, revenue analytics, and regulatory reporting formats.</a:t>
            </a:r>
          </a:p>
          <a:p>
            <a:pPr lvl="1"/>
            <a:r>
              <a:t>EU region mandates PSD2 and Strong Customer Authentication (SCA) for card payments.</a:t>
            </a:r>
          </a:p>
          <a:p>
            <a:pPr lvl="1"/>
            <a:r>
              <a:t>Doc ID: PAY-099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99 - Slide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SLA and uptime: 99.9% target, incident response times, and status page communication.</a:t>
            </a:r>
          </a:p>
          <a:p>
            <a:pPr lvl="1"/>
            <a:r>
              <a:t>Error 5003 indicates gateway timeout. Typical causes: network issues, gateway overload, DNS failure.</a:t>
            </a:r>
          </a:p>
          <a:p>
            <a:pPr lvl="1"/>
            <a:r>
              <a:t>Doc ID: PAY-099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