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processor integration: Stripe, Adyen, Braintree API documentation and migration guides.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compliance: PCI-DSS Level 1, SOC 2, ISO 27001 requirements for payment systems.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reconciliation: daily settlement, mismatch resolution, and reconciliation report generation.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96 -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webhooks: event types, signature verification, retry policy, and idempotency handling.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PAY-096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