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92 -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transaction logging: structured logs, trace IDs, and observability for incident investigation.</a:t>
            </a:r>
          </a:p>
          <a:p>
            <a:pPr lvl="1"/>
            <a:r>
              <a:t>For INR to USD discrepancy: verify FX rate source, conversion timestamp, and rounding rules.</a:t>
            </a:r>
          </a:p>
          <a:p>
            <a:pPr lvl="1"/>
            <a:r>
              <a:t>Doc ID: PAY-092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92 -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service deployment: blue-green releases, canary deployments, and rollback procedures.</a:t>
            </a:r>
          </a:p>
          <a:p>
            <a:pPr lvl="1"/>
            <a:r>
              <a:t>Chargeback reason code 10.4: customer disputes transaction. Gather proof of delivery and authorization.</a:t>
            </a:r>
          </a:p>
          <a:p>
            <a:pPr lvl="1"/>
            <a:r>
              <a:t>Doc ID: PAY-092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92 -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and invoicing: subscription management, proration, tax calculation, and invoice generation.</a:t>
            </a:r>
          </a:p>
          <a:p>
            <a:pPr lvl="1"/>
            <a:r>
              <a:t>Payment API rate limit: 100 requests/second. Use exponential backoff for 429 responses.</a:t>
            </a:r>
          </a:p>
          <a:p>
            <a:pPr lvl="1"/>
            <a:r>
              <a:t>Doc ID: PAY-092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92 -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 and chargeback processing: initiation, status tracking, dispute resolution, and reason codes.</a:t>
            </a:r>
          </a:p>
          <a:p>
            <a:pPr lvl="1"/>
            <a:r>
              <a:t>PCI-DSS: Never log full card numbers. Mask to last 4 digits. Secure log storage required.</a:t>
            </a:r>
          </a:p>
          <a:p>
            <a:pPr lvl="1"/>
            <a:r>
              <a:t>Doc ID: PAY-092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92 -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processor integration: Stripe, Adyen, Braintree API documentation and migration guides.</a:t>
            </a:r>
          </a:p>
          <a:p>
            <a:pPr lvl="1"/>
            <a:r>
              <a:t>Webhook retry: 3 attempts at 1h, 4h, 24h. Implement idempotent handlers for duplicate events.</a:t>
            </a:r>
          </a:p>
          <a:p>
            <a:pPr lvl="1"/>
            <a:r>
              <a:t>Doc ID: PAY-092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