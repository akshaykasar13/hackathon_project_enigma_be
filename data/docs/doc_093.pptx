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93 -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service deployment: blue-green releases, canary deployments, and rollback procedures.</a:t>
            </a:r>
          </a:p>
          <a:p>
            <a:pPr lvl="1"/>
            <a:r>
              <a:t>Payment API rate limit: 100 requests/second. Use exponential backoff for 429 responses.</a:t>
            </a:r>
          </a:p>
          <a:p>
            <a:pPr lvl="1"/>
            <a:r>
              <a:t>Doc ID: PAY-093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93 -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Billing and invoicing: subscription management, proration, tax calculation, and invoice generation.</a:t>
            </a:r>
          </a:p>
          <a:p>
            <a:pPr lvl="1"/>
            <a:r>
              <a:t>PCI-DSS: Never log full card numbers. Mask to last 4 digits. Secure log storage required.</a:t>
            </a:r>
          </a:p>
          <a:p>
            <a:pPr lvl="1"/>
            <a:r>
              <a:t>Doc ID: PAY-093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93 -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Refund and chargeback processing: initiation, status tracking, dispute resolution, and reason codes.</a:t>
            </a:r>
          </a:p>
          <a:p>
            <a:pPr lvl="1"/>
            <a:r>
              <a:t>Webhook retry: 3 attempts at 1h, 4h, 24h. Implement idempotent handlers for duplicate events.</a:t>
            </a:r>
          </a:p>
          <a:p>
            <a:pPr lvl="1"/>
            <a:r>
              <a:t>Doc ID: PAY-093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93 -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processor integration: Stripe, Adyen, Braintree API documentation and migration guides.</a:t>
            </a:r>
          </a:p>
          <a:p>
            <a:pPr lvl="1"/>
            <a:r>
              <a:t>Gateway failover: primary EU, secondary US. Health check every 30s. Auto-switch on 3 consecutive failures.</a:t>
            </a:r>
          </a:p>
          <a:p>
            <a:pPr lvl="1"/>
            <a:r>
              <a:t>Doc ID: PAY-093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93 -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compliance: PCI-DSS Level 1, SOC 2, ISO 27001 requirements for payment systems.</a:t>
            </a:r>
          </a:p>
          <a:p>
            <a:pPr lvl="1"/>
            <a:r>
              <a:t>Refund must be &lt;= original amount. Partial refunds supported. Full refund voids original transaction.</a:t>
            </a:r>
          </a:p>
          <a:p>
            <a:pPr lvl="1"/>
            <a:r>
              <a:t>Doc ID: PAY-093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