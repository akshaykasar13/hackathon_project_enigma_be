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97 - Slide 1/5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compliance: PCI-DSS Level 1, SOC 2, ISO 27001 requirements for payment systems.</a:t>
            </a:r>
          </a:p>
          <a:p>
            <a:pPr lvl="1"/>
            <a:r>
              <a:t>Merchant KYC: business registration, bank account verification, beneficial owner disclosure.</a:t>
            </a:r>
          </a:p>
          <a:p>
            <a:pPr lvl="1"/>
            <a:r>
              <a:t>Doc ID: PAY-097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97 - Slide 2/5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reconciliation: daily settlement, mismatch resolution, and reconciliation report generation.</a:t>
            </a:r>
          </a:p>
          <a:p>
            <a:pPr lvl="1"/>
            <a:r>
              <a:t>Subscription billing: prorate on upgrade/downgrade. Credit unused portion. Send invoice 7 days before charge.</a:t>
            </a:r>
          </a:p>
          <a:p>
            <a:pPr lvl="1"/>
            <a:r>
              <a:t>Doc ID: PAY-097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97 - Slide 3/5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fraud detection: velocity checks, device fingerprinting, and ML-based risk scoring.</a:t>
            </a:r>
          </a:p>
          <a:p>
            <a:pPr lvl="1"/>
            <a:r>
              <a:t>Multi-currency: store amount in minor units (cents). Display in major units. Use ISO 4217 codes.</a:t>
            </a:r>
          </a:p>
          <a:p>
            <a:pPr lvl="1"/>
            <a:r>
              <a:t>Doc ID: PAY-097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97 - Slide 4/5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Merchant account management: onboarding, KYC verification, and settlement schedule configuration.</a:t>
            </a:r>
          </a:p>
          <a:p>
            <a:pPr lvl="1"/>
            <a:r>
              <a:t>Fraud score &gt; 80: block transaction. Score 50-80: require 3DS. Score &lt; 50: auto-approve.</a:t>
            </a:r>
          </a:p>
          <a:p>
            <a:pPr lvl="1"/>
            <a:r>
              <a:t>Doc ID: PAY-097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97 - Slide 5/5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webhooks: event types, signature verification, retry policy, and idempotency handling.</a:t>
            </a:r>
          </a:p>
          <a:p>
            <a:pPr lvl="1"/>
            <a:r>
              <a:t>Audit log retention: 7 years for financial transactions. Immutable storage. Tamper-evident.</a:t>
            </a:r>
          </a:p>
          <a:p>
            <a:pPr lvl="1"/>
            <a:r>
              <a:t>Doc ID: PAY-097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