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79 - Slide 1/6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EU payment failures: Verify PSD2 compliance, SCA completion, and issuer 3DS configuration.</a:t>
            </a:r>
          </a:p>
          <a:p>
            <a:pPr lvl="1"/>
            <a:r>
              <a:t>Audit log retention: 7 years for financial transactions. Immutable storage. Tamper-evident.</a:t>
            </a:r>
          </a:p>
          <a:p>
            <a:pPr lvl="1"/>
            <a:r>
              <a:t>Doc ID: PAY-079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79 - Slide 2/6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Intermittent payment failures: Review gateway logs, check rate limits, verify certificate expiry.</a:t>
            </a:r>
          </a:p>
          <a:p>
            <a:pPr lvl="1"/>
            <a:r>
              <a:t>Incident severity: P1 payment down, P2 degraded, P3 single merchant. P1 requires 15-min acknowledgment.</a:t>
            </a:r>
          </a:p>
          <a:p>
            <a:pPr lvl="1"/>
            <a:r>
              <a:t>Doc ID: PAY-079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79 - Slide 3/6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Currency mismatch: Ensure amount and currency code match. INR to USD conversion requires FX rates.</a:t>
            </a:r>
          </a:p>
          <a:p>
            <a:pPr lvl="1"/>
            <a:r>
              <a:t>Payment gateway requires secure token handling. Never store raw card numbers. Use payment tokens.</a:t>
            </a:r>
          </a:p>
          <a:p>
            <a:pPr lvl="1"/>
            <a:r>
              <a:t>Doc ID: PAY-079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79 - Slide 4/6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Duplicate transaction prevention: Use idempotency keys. Check idempotency_key in request headers.</a:t>
            </a:r>
          </a:p>
          <a:p>
            <a:pPr lvl="1"/>
            <a:r>
              <a:t>EU region mandates PSD2 and Strong Customer Authentication (SCA) for card payments.</a:t>
            </a:r>
          </a:p>
          <a:p>
            <a:pPr lvl="1"/>
            <a:r>
              <a:t>Doc ID: PAY-079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79 - Slide 5/6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Webhook delivery failures: Verify endpoint URL, SSL certificate, and signature validation logic.</a:t>
            </a:r>
          </a:p>
          <a:p>
            <a:pPr lvl="1"/>
            <a:r>
              <a:t>Error 5003 indicates gateway timeout. Typical causes: network issues, gateway overload, DNS failure.</a:t>
            </a:r>
          </a:p>
          <a:p>
            <a:pPr lvl="1"/>
            <a:r>
              <a:t>Doc ID: PAY-079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79 - Slide 6/6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Payment gateway integration architecture and secure token handling procedures for PCI-DSS compliance.</a:t>
            </a:r>
          </a:p>
          <a:p>
            <a:pPr lvl="1"/>
            <a:r>
              <a:t>Connection pooling for payment DB: set max_connections=50, connection_timeout=30s.</a:t>
            </a:r>
          </a:p>
          <a:p>
            <a:pPr lvl="1"/>
            <a:r>
              <a:t>Doc ID: PAY-079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