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90 -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configuration for EU region: PSD2 compliance, SCA requirements, and GDPR data handling.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PAY-090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90 -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user authentication: 3DS2 flows, biometric verification, and risk-based authentication.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PAY-090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90 -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transaction logging: structured logs, trace IDs, and observability for incident investigation.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PAY-090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90 -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PAY-090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90 -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PAY-090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