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84 -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gateway integration architecture and secure token handling procedures for PCI-DSS compliance.</a:t>
            </a:r>
          </a:p>
          <a:p>
            <a:pPr lvl="1"/>
            <a:r>
              <a:t>Webhook retry: 3 attempts at 1h, 4h, 24h. Implement idempotent handlers for duplicate events.</a:t>
            </a:r>
          </a:p>
          <a:p>
            <a:pPr lvl="1"/>
            <a:r>
              <a:t>Doc ID: PAY-084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84 -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processing workflows and error recovery mechanisms for financial services including retry logic and idempotency.</a:t>
            </a:r>
          </a:p>
          <a:p>
            <a:pPr lvl="1"/>
            <a:r>
              <a:t>Gateway failover: primary EU, secondary US. Health check every 30s. Auto-switch on 3 consecutive failures.</a:t>
            </a:r>
          </a:p>
          <a:p>
            <a:pPr lvl="1"/>
            <a:r>
              <a:t>Doc ID: PAY-084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84 -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API integration guidelines: REST endpoints, authentication, webhook callbacks, and error code handling.</a:t>
            </a:r>
          </a:p>
          <a:p>
            <a:pPr lvl="1"/>
            <a:r>
              <a:t>Refund must be &lt;= original amount. Partial refunds supported. Full refund voids original transaction.</a:t>
            </a:r>
          </a:p>
          <a:p>
            <a:pPr lvl="1"/>
            <a:r>
              <a:t>Doc ID: PAY-084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84 -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transaction security protocols: TLS 1.3, tokenization, encryption at rest and in transit.</a:t>
            </a:r>
          </a:p>
          <a:p>
            <a:pPr lvl="1"/>
            <a:r>
              <a:t>3DS2 challenge: customer may receive OTP from bank. Timeout 5 minutes. Handle challenge completion.</a:t>
            </a:r>
          </a:p>
          <a:p>
            <a:pPr lvl="1"/>
            <a:r>
              <a:t>Doc ID: PAY-084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84 -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processing performance monitoring: latency metrics, throughput, success rates, and SLA thresholds.</a:t>
            </a:r>
          </a:p>
          <a:p>
            <a:pPr lvl="1"/>
            <a:r>
              <a:t>Settlement cycle: T+2 for cards, T+1 for bank transfer. Check processor-specific timelines.</a:t>
            </a:r>
          </a:p>
          <a:p>
            <a:pPr lvl="1"/>
            <a:r>
              <a:t>Doc ID: PAY-084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