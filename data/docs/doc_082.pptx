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82 - Slide 1/6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Duplicate transaction prevention: Use idempotency keys. Check idempotency_key in request headers.</a:t>
            </a:r>
          </a:p>
          <a:p>
            <a:pPr lvl="1"/>
            <a:r>
              <a:t>For INR to USD discrepancy: verify FX rate source, conversion timestamp, and rounding rules.</a:t>
            </a:r>
          </a:p>
          <a:p>
            <a:pPr lvl="1"/>
            <a:r>
              <a:t>Doc ID: PAY-082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82 - Slide 2/6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Webhook delivery failures: Verify endpoint URL, SSL certificate, and signature validation logic.</a:t>
            </a:r>
          </a:p>
          <a:p>
            <a:pPr lvl="1"/>
            <a:r>
              <a:t>Chargeback reason code 10.4: customer disputes transaction. Gather proof of delivery and authorization.</a:t>
            </a:r>
          </a:p>
          <a:p>
            <a:pPr lvl="1"/>
            <a:r>
              <a:t>Doc ID: PAY-082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82 - Slide 3/6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gateway integration architecture and secure token handling procedures for PCI-DSS compliance.</a:t>
            </a:r>
          </a:p>
          <a:p>
            <a:pPr lvl="1"/>
            <a:r>
              <a:t>Payment API rate limit: 100 requests/second. Use exponential backoff for 429 responses.</a:t>
            </a:r>
          </a:p>
          <a:p>
            <a:pPr lvl="1"/>
            <a:r>
              <a:t>Doc ID: PAY-082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82 - Slide 4/6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Transaction processing workflows and error recovery mechanisms for financial services including retry logic and idempotency.</a:t>
            </a:r>
          </a:p>
          <a:p>
            <a:pPr lvl="1"/>
            <a:r>
              <a:t>PCI-DSS: Never log full card numbers. Mask to last 4 digits. Secure log storage required.</a:t>
            </a:r>
          </a:p>
          <a:p>
            <a:pPr lvl="1"/>
            <a:r>
              <a:t>Doc ID: PAY-082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82 - Slide 5/6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 API integration guidelines: REST endpoints, authentication, webhook callbacks, and error code handling.</a:t>
            </a:r>
          </a:p>
          <a:p>
            <a:pPr lvl="1"/>
            <a:r>
              <a:t>Webhook retry: 3 attempts at 1h, 4h, 24h. Implement idempotent handlers for duplicate events.</a:t>
            </a:r>
          </a:p>
          <a:p>
            <a:pPr lvl="1"/>
            <a:r>
              <a:t>Doc ID: PAY-082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Payment &amp; Financial - Doc 82 - Slide 6/6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Financial transaction security protocols: TLS 1.3, tokenization, encryption at rest and in transit.</a:t>
            </a:r>
          </a:p>
          <a:p>
            <a:pPr lvl="1"/>
            <a:r>
              <a:t>Gateway failover: primary EU, secondary US. Health check every 30s. Auto-switch on 3 consecutive failures.</a:t>
            </a:r>
          </a:p>
          <a:p>
            <a:pPr lvl="1"/>
            <a:r>
              <a:t>Doc ID: PAY-082</a:t>
            </a:r>
          </a:p>
          <a:p>
            <a:pPr lvl="1"/>
            <a:r>
              <a:t>Domain: Payment gateway, transactions,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