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87 - Slide 1/6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transaction security protocols: TLS 1.3, tokenization, encryption at rest and in transit.</a:t>
            </a:r>
          </a:p>
          <a:p>
            <a:pPr lvl="1"/>
            <a:r>
              <a:t>Merchant KYC: business registration, bank account verification, beneficial owner disclosure.</a:t>
            </a:r>
          </a:p>
          <a:p>
            <a:pPr lvl="1"/>
            <a:r>
              <a:t>Doc ID: PAY-087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87 - Slide 2/6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processing performance monitoring: latency metrics, throughput, success rates, and SLA thresholds.</a:t>
            </a:r>
          </a:p>
          <a:p>
            <a:pPr lvl="1"/>
            <a:r>
              <a:t>Subscription billing: prorate on upgrade/downgrade. Credit unused portion. Send invoice 7 days before charge.</a:t>
            </a:r>
          </a:p>
          <a:p>
            <a:pPr lvl="1"/>
            <a:r>
              <a:t>Doc ID: PAY-087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87 - Slide 3/6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database management: transaction logs, audit trails, backup procedures, and data retention policies.</a:t>
            </a:r>
          </a:p>
          <a:p>
            <a:pPr lvl="1"/>
            <a:r>
              <a:t>Multi-currency: store amount in minor units (cents). Display in major units. Use ISO 4217 codes.</a:t>
            </a:r>
          </a:p>
          <a:p>
            <a:pPr lvl="1"/>
            <a:r>
              <a:t>Doc ID: PAY-087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87 - Slide 4/6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gateway configuration for EU region: PSD2 compliance, SCA requirements, and GDPR data handling.</a:t>
            </a:r>
          </a:p>
          <a:p>
            <a:pPr lvl="1"/>
            <a:r>
              <a:t>Fraud score &gt; 80: block transaction. Score 50-80: require 3DS. Score &lt; 50: auto-approve.</a:t>
            </a:r>
          </a:p>
          <a:p>
            <a:pPr lvl="1"/>
            <a:r>
              <a:t>Doc ID: PAY-087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87 - Slide 5/6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user authentication: 3DS2 flows, biometric verification, and risk-based authentication.</a:t>
            </a:r>
          </a:p>
          <a:p>
            <a:pPr lvl="1"/>
            <a:r>
              <a:t>Audit log retention: 7 years for financial transactions. Immutable storage. Tamper-evident.</a:t>
            </a:r>
          </a:p>
          <a:p>
            <a:pPr lvl="1"/>
            <a:r>
              <a:t>Doc ID: PAY-087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87 - Slide 6/6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transaction logging: structured logs, trace IDs, and observability for incident investigation.</a:t>
            </a:r>
          </a:p>
          <a:p>
            <a:pPr lvl="1"/>
            <a:r>
              <a:t>Incident severity: P1 payment down, P2 degraded, P3 single merchant. P1 requires 15-min acknowledgment.</a:t>
            </a:r>
          </a:p>
          <a:p>
            <a:pPr lvl="1"/>
            <a:r>
              <a:t>Doc ID: PAY-087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