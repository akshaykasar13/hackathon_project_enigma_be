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94 - Slide 1/6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Billing and invoicing: subscription management, proration, tax calculation, and invoice generation.</a:t>
            </a:r>
          </a:p>
          <a:p>
            <a:pPr lvl="1"/>
            <a:r>
              <a:t>Webhook retry: 3 attempts at 1h, 4h, 24h. Implement idempotent handlers for duplicate events.</a:t>
            </a:r>
          </a:p>
          <a:p>
            <a:pPr lvl="1"/>
            <a:r>
              <a:t>Doc ID: PAY-094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94 - Slide 2/6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Refund and chargeback processing: initiation, status tracking, dispute resolution, and reason codes.</a:t>
            </a:r>
          </a:p>
          <a:p>
            <a:pPr lvl="1"/>
            <a:r>
              <a:t>Gateway failover: primary EU, secondary US. Health check every 30s. Auto-switch on 3 consecutive failures.</a:t>
            </a:r>
          </a:p>
          <a:p>
            <a:pPr lvl="1"/>
            <a:r>
              <a:t>Doc ID: PAY-094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94 - Slide 3/6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Payment processor integration: Stripe, Adyen, Braintree API documentation and migration guides.</a:t>
            </a:r>
          </a:p>
          <a:p>
            <a:pPr lvl="1"/>
            <a:r>
              <a:t>Refund must be &lt;= original amount. Partial refunds supported. Full refund voids original transaction.</a:t>
            </a:r>
          </a:p>
          <a:p>
            <a:pPr lvl="1"/>
            <a:r>
              <a:t>Doc ID: PAY-094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94 - Slide 4/6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Financial compliance: PCI-DSS Level 1, SOC 2, ISO 27001 requirements for payment systems.</a:t>
            </a:r>
          </a:p>
          <a:p>
            <a:pPr lvl="1"/>
            <a:r>
              <a:t>3DS2 challenge: customer may receive OTP from bank. Timeout 5 minutes. Handle challenge completion.</a:t>
            </a:r>
          </a:p>
          <a:p>
            <a:pPr lvl="1"/>
            <a:r>
              <a:t>Doc ID: PAY-094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94 - Slide 5/6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Transaction reconciliation: daily settlement, mismatch resolution, and reconciliation report generation.</a:t>
            </a:r>
          </a:p>
          <a:p>
            <a:pPr lvl="1"/>
            <a:r>
              <a:t>Settlement cycle: T+2 for cards, T+1 for bank transfer. Check processor-specific timelines.</a:t>
            </a:r>
          </a:p>
          <a:p>
            <a:pPr lvl="1"/>
            <a:r>
              <a:t>Doc ID: PAY-094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94 - Slide 6/6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Payment fraud detection: velocity checks, device fingerprinting, and ML-based risk scoring.</a:t>
            </a:r>
          </a:p>
          <a:p>
            <a:pPr lvl="1"/>
            <a:r>
              <a:t>Payment reconciliation: match transaction ID, amount, currency. Flag mismatches for manual review.</a:t>
            </a:r>
          </a:p>
          <a:p>
            <a:pPr lvl="1"/>
            <a:r>
              <a:t>Doc ID: PAY-094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