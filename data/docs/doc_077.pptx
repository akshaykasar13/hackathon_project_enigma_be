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77 - Slide 1/5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Error code 4001: Invalid payment method. Verify card details and expiry. Support 3DS if required.</a:t>
            </a:r>
          </a:p>
          <a:p>
            <a:pPr lvl="1"/>
            <a:r>
              <a:t>Merchant KYC: business registration, bank account verification, beneficial owner disclosure.</a:t>
            </a:r>
          </a:p>
          <a:p>
            <a:pPr lvl="1"/>
            <a:r>
              <a:t>Doc ID: PAY-077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77 - Slide 2/5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Error code 4002: Insufficient funds. Customer must use alternative payment method or add funds.</a:t>
            </a:r>
          </a:p>
          <a:p>
            <a:pPr lvl="1"/>
            <a:r>
              <a:t>Subscription billing: prorate on upgrade/downgrade. Credit unused portion. Send invoice 7 days before charge.</a:t>
            </a:r>
          </a:p>
          <a:p>
            <a:pPr lvl="1"/>
            <a:r>
              <a:t>Doc ID: PAY-077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77 - Slide 3/5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EU payment failures: Verify PSD2 compliance, SCA completion, and issuer 3DS configuration.</a:t>
            </a:r>
          </a:p>
          <a:p>
            <a:pPr lvl="1"/>
            <a:r>
              <a:t>Multi-currency: store amount in minor units (cents). Display in major units. Use ISO 4217 codes.</a:t>
            </a:r>
          </a:p>
          <a:p>
            <a:pPr lvl="1"/>
            <a:r>
              <a:t>Doc ID: PAY-077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77 - Slide 4/5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Intermittent payment failures: Review gateway logs, check rate limits, verify certificate expiry.</a:t>
            </a:r>
          </a:p>
          <a:p>
            <a:pPr lvl="1"/>
            <a:r>
              <a:t>Fraud score &gt; 80: block transaction. Score 50-80: require 3DS. Score &lt; 50: auto-approve.</a:t>
            </a:r>
          </a:p>
          <a:p>
            <a:pPr lvl="1"/>
            <a:r>
              <a:t>Doc ID: PAY-077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77 - Slide 5/5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Currency mismatch: Ensure amount and currency code match. INR to USD conversion requires FX rates.</a:t>
            </a:r>
          </a:p>
          <a:p>
            <a:pPr lvl="1"/>
            <a:r>
              <a:t>Audit log retention: 7 years for financial transactions. Immutable storage. Tamper-evident.</a:t>
            </a:r>
          </a:p>
          <a:p>
            <a:pPr lvl="1"/>
            <a:r>
              <a:t>Doc ID: PAY-077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