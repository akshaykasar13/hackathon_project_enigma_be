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98 -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reconciliation: daily settlement, mismatch resolution, and reconciliation report generation.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PAY-098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98 -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fraud detection: velocity checks, device fingerprinting, and ML-based risk scoring.</a:t>
            </a:r>
          </a:p>
          <a:p>
            <a:pPr lvl="1"/>
            <a:r>
              <a:t>Fraud score &gt; 80: block transaction. Score 50-80: require 3DS. Score &lt; 50: auto-approve.</a:t>
            </a:r>
          </a:p>
          <a:p>
            <a:pPr lvl="1"/>
            <a:r>
              <a:t>Doc ID: PAY-098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98 -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Merchant account management: onboarding, KYC verification, and settlement schedule configuration.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PAY-098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98 -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webhooks: event types, signature verification, retry policy, and idempotency handling.</a:t>
            </a:r>
          </a:p>
          <a:p>
            <a:pPr lvl="1"/>
            <a:r>
              <a:t>Incident severity: P1 payment down, P2 degraded, P3 single merchant. P1 requires 15-min acknowledgment.</a:t>
            </a:r>
          </a:p>
          <a:p>
            <a:pPr lvl="1"/>
            <a:r>
              <a:t>Doc ID: PAY-098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98 -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reporting: transaction reports, revenue analytics, and regulatory reporting formats.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PAY-098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