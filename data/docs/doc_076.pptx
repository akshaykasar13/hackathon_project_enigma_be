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76 -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5003: Payment gateway connection timeout. Check network connectivity and gateway health.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PAY-076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76 -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4001: Invalid payment method. Verify card details and expiry. Support 3DS if required.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PAY-076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76 -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4002: Insufficient funds. Customer must use alternative payment method or add funds.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PAY-076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76 -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 payment failures: Verify PSD2 compliance, SCA completion, and issuer 3DS configuration.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PAY-076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76 -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Intermittent payment failures: Review gateway logs, check rate limits, verify certificate expiry.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PAY-076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