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83 -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delivery failures: Verify endpoint URL, SSL certificate, and signature validation logic.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PAY-083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83 -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PCI-DSS: Never log full card numbers. Mask to last 4 digits. Secure log storage required.</a:t>
            </a:r>
          </a:p>
          <a:p>
            <a:pPr lvl="1"/>
            <a:r>
              <a:t>Doc ID: PAY-083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83 -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PAY-083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83 -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API integration guidelines: REST endpoints, authentication, webhook callbacks, and error code handling.</a:t>
            </a:r>
          </a:p>
          <a:p>
            <a:pPr lvl="1"/>
            <a:r>
              <a:t>Gateway failover: primary EU, secondary US. Health check every 30s. Auto-switch on 3 consecutive failures.</a:t>
            </a:r>
          </a:p>
          <a:p>
            <a:pPr lvl="1"/>
            <a:r>
              <a:t>Doc ID: PAY-083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83 -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Refund must be &lt;= original amount. Partial refunds supported. Full refund voids original transaction.</a:t>
            </a:r>
          </a:p>
          <a:p>
            <a:pPr lvl="1"/>
            <a:r>
              <a:t>Doc ID: PAY-083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