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81 -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mismatch: Ensure amount and currency code match. INR to USD conversion requires FX rates.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PAY-081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81 -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transaction prevention: Use idempotency keys. Check idempotency_key in request headers.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PAY-081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81 -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Webhook delivery failures: Verify endpoint URL, SSL certificate, and signature validation logic.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PAY-081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81 -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 architecture and secure token handling procedures for PCI-DSS compliance.</a:t>
            </a:r>
          </a:p>
          <a:p>
            <a:pPr lvl="1"/>
            <a:r>
              <a:t>Chargeback reason code 10.4: customer disputes transaction. Gather proof of delivery and authorization.</a:t>
            </a:r>
          </a:p>
          <a:p>
            <a:pPr lvl="1"/>
            <a:r>
              <a:t>Doc ID: PAY-081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81 -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processing workflows and error recovery mechanisms for financial services including retry logic and idempotency.</a:t>
            </a:r>
          </a:p>
          <a:p>
            <a:pPr lvl="1"/>
            <a:r>
              <a:t>Payment API rate limit: 100 requests/second. Use exponential backoff for 429 responses.</a:t>
            </a:r>
          </a:p>
          <a:p>
            <a:pPr lvl="1"/>
            <a:r>
              <a:t>Doc ID: PAY-081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